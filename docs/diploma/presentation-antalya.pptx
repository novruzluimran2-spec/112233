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ГАПОУ «Волгоградский социально-педагогический колледж»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Специальность 09.02.07 — Информационные системы и программирование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FBBF24"/>
                </a:solidFill>
              </a:defRPr>
            </a:pPr>
            <a:r>
              <a:t>Разработка сайта для ресторана «Анталия»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1F5F9"/>
                </a:solidFill>
              </a:defRPr>
            </a:pPr>
            <a:r>
              <a:t>Выполнил: студент группы 43 Дд</a:t>
            </a:r>
            <a:br/>
            <a:r>
              <a:t>Новрузлу Имран Мехман Оглы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F1F5F9"/>
                </a:solidFill>
              </a:defRPr>
            </a:pPr>
            <a:r>
              <a:t>Руководитель: Авдосиева Светалана Васильевна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Волгоград,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</a:defRPr>
            </a:pPr>
            <a:r>
              <a:t>Актуальность 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Рестораны без собственного сайта теряют клиентов конкурентам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Заказы по телефону и в мессенджерах — медленно и с ошибками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Агрегаторы доставки берут высокие комиссии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Гость ожидает: меню, цены и заказ — в несколько кликов с телефона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86EFAC"/>
                </a:solidFill>
              </a:defRPr>
            </a:pPr>
            <a:r>
              <a:t>Ресторан «Анталия» нуждается в собственной цифровой платформе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</a:defRPr>
            </a:pPr>
            <a:r>
              <a:t>Цель и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863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1F5F9"/>
                </a:solidFill>
              </a:defRPr>
            </a:pPr>
            <a:r>
              <a:t>Цель: разработать сайт ресторана «Анталия» с автоматизацией онлайн-заказа и бронирования столиков.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863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1F5F9"/>
                </a:solidFill>
              </a:defRPr>
            </a:pPr>
            <a:r>
              <a:t>Задачи: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Изучить понятие и классификацию сайтов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Проанализировать инструментарий разработки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Описать этапы создания сайта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Провести подготовительные работы для «Анталии»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Спроектировать структуру и интерфейсы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Реализовать и развернуть готовый продукт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</a:defRPr>
            </a:pPr>
            <a:r>
              <a:t>Объект, предмет, база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3840480" cy="2011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BBF24"/>
                </a:solidFill>
              </a:defRPr>
            </a:pPr>
            <a:r>
              <a:t>Объект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Процесс разработки корпоративного сайта для предприятия общественного питания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097280"/>
            <a:ext cx="3840480" cy="2011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BBF24"/>
                </a:solidFill>
              </a:defRPr>
            </a:pPr>
            <a:r>
              <a:t>Предмет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Технология создания сайта для ресторана «Анталия»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474720"/>
            <a:ext cx="3840480" cy="2011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BBF24"/>
                </a:solidFill>
              </a:defRPr>
            </a:pPr>
            <a:r>
              <a:t>Проблема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Противоречие между потребностью гостей в цифровом сервисе и отсутствием полнофункционального сайта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474720"/>
            <a:ext cx="3840480" cy="2011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BBF24"/>
                </a:solidFill>
              </a:defRPr>
            </a:pPr>
            <a:r>
              <a:t>База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Ресторан турецкой кухни «Анталия»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</a:defRPr>
            </a:pPr>
            <a:r>
              <a:t>Проблема AS-IS (до сайта)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Заказы — по телефону и в мессенджерах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Приём заказа: 5–10 минут, очередь на линии в часы пик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Ошибки при диктовке адреса и состава заказа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Нет единой базы клиентов и истории заказов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Бронирование — только звонком администратору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86EFAC"/>
                </a:solidFill>
              </a:defRPr>
            </a:pPr>
            <a:r>
              <a:t>→ Рост нагрузки на персонал, потеря выручки, снижение лояльности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</a:defRPr>
            </a:pPr>
            <a:r>
              <a:t>Решение TO-BE (после внедрения)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Гость самостоятельно изучает меню и оформляет заказ онлайн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Данные сразу попадают в MySQL через REST API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Администратор видит заказы в защищённой панели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Онлайн-бронирование столиков + файл календаря .ics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Круглосуточный доступ без ожидания ответа оператора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</a:defRPr>
            </a:pPr>
            <a:r>
              <a:t>Технологический стек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1E293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D97706"/>
                </a:solidFill>
              </a:defRPr>
            </a:pPr>
            <a:r>
              <a:t>Frontend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HTML, CSS, JavaScript (ES6)</a:t>
            </a:r>
            <a:br/>
            <a:r>
              <a:t>Blade, Tailwind CSS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1E293B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6A34A"/>
                </a:solidFill>
              </a:defRPr>
            </a:pPr>
            <a:r>
              <a:t>Backend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PHP 8.3, Laravel 13</a:t>
            </a:r>
            <a:br/>
            <a:r>
              <a:t>REST API, Eloquent 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91840"/>
            <a:ext cx="3840480" cy="1828800"/>
          </a:xfrm>
          <a:prstGeom prst="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БД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MySQL (production)</a:t>
            </a:r>
            <a:br/>
            <a:r>
              <a:t>SQLite (разработка)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291840"/>
            <a:ext cx="3840480" cy="1828800"/>
          </a:xfrm>
          <a:prstGeom prst="rect">
            <a:avLst/>
          </a:prstGeom>
          <a:solidFill>
            <a:srgbClr val="1E293B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9333EA"/>
                </a:solidFill>
              </a:defRPr>
            </a:pPr>
            <a:r>
              <a:t>Деплой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Railway, FrankenPHP</a:t>
            </a:r>
            <a:br/>
            <a:r>
              <a:t>GitHub, PHPUnit 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Архитектура: клиент–сервер, паттерн MVC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</a:defRPr>
            </a:pPr>
            <a:r>
              <a:t>База данных MySQL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menu_categories → menu_items (1:N)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orders → order_items → menu_items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reservations — бронирования столиков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users — администраторы (bcrypt)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Миграции Laravel + сидер с 15 блюдами турецкой кухни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86EFAC"/>
                </a:solidFill>
              </a:defRPr>
            </a:pPr>
            <a:r>
              <a:t>ER-диаграмма — в приложении к диплому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</a:defRPr>
            </a:pPr>
            <a:r>
              <a:t>Публичная часть сайта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Главная — о ресторане, акции, популярные блюда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Меню — каталог с поиском и фильтром по категориям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Корзина и оформление заказа (доставка / самовывоз)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Бронирование столика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Разделы «О нас» и «Контакты»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86EFAC"/>
                </a:solidFill>
              </a:defRPr>
            </a:pPr>
            <a:r>
              <a:t>Адаптивная вёрстка — приоритет мобильных устройств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</a:defRPr>
            </a:pPr>
            <a:r>
              <a:t>REST API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7680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BBF24"/>
                          </a:solidFill>
                        </a:defRPr>
                      </a:pPr>
                      <a:r>
                        <a:t>Метод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BBF24"/>
                          </a:solidFill>
                        </a:defRPr>
                      </a:pPr>
                      <a:r>
                        <a:t>Маршрут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BBF24"/>
                          </a:solidFill>
                        </a:defRPr>
                      </a:pPr>
                      <a:r>
                        <a:t>Назначение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/api/menu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Каталог блюд из БД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/api/orders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Создание заказа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/api/reservations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Бронирование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303520"/>
            <a:ext cx="7863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Формат обмена — JSON. Валидация на сервере в OrderController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</a:defRPr>
            </a:pPr>
            <a:r>
              <a:t>Корзина и localStorage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Нативный JavaScript без React/Vue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Состояние корзины: antalya_cart_v1 в localStorage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Добавление блюд без перезагрузки страницы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Отправка заказа через fetch → POST /api/orders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Данные не теряются при обновлении страницы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</a:defRPr>
            </a:pPr>
            <a:r>
              <a:t>Админ-панель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URL: /admin — доступ только после авторизации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Laravel Auth + сессии + bcrypt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Список заказов, смена статуса (new → accepted → completed)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Управление бронированиями и меню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Защита CSRF, middleware на маршрутах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</a:defRPr>
            </a:pPr>
            <a:r>
              <a:t>Развёртывание на Railway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Облачный хостинг Railway + MySQL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Railpack / FrankenPHP — быстрая обработка запросов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Деплой из GitHub-репозитория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start-container.sh: migrate + db:seed при запуске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HTTPS, переменные APP_KEY, DB_*, MYSQL_*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86EFAC"/>
                </a:solidFill>
              </a:defRPr>
            </a:pPr>
            <a:r>
              <a:t>Сайт работает в сети Интернет и принимает реальные заказы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</a:defRPr>
            </a:pPr>
            <a:r>
              <a:t>Результаты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✓ Сайт разработан и развёрнут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✓ Автоматизированы заказ и бронирование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✓ Снижена нагрузка на персонал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✓ Заказы хранятся в единой БД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✓ Настроено автотестирование (PHPUnit, GitHub Actions)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86EFAC"/>
                </a:solidFill>
              </a:defRPr>
            </a:pPr>
            <a:r>
              <a:t>Практическая значимость: готовый продукт для реального предприятия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</a:defRPr>
            </a:pPr>
            <a:r>
              <a:t>Перспективы развития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Онлайн-оплата (эквайринг)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Личный кабинет и программа лояльности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Интеграция со складским учётом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SMS/Telegram-уведомления о статусе заказа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</a:defRPr>
            </a:pPr>
            <a:r>
              <a:t>Аналитика продаж и отчёты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FBBF24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2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F1F5F9"/>
                </a:solidFill>
              </a:defRPr>
            </a:pPr>
            <a:r>
              <a:t>Готов ответить на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Демонстрация: главная → меню → корзина → админ-панель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